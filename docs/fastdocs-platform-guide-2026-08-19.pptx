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FastDocs</a:t>
            </a:r>
            <a:br/>
            <a:r>
              <a:t>Platform Guide</a:t>
            </a:r>
          </a:p>
          <a:p>
            <a:pPr>
              <a:defRPr sz="1800">
                <a:solidFill>
                  <a:srgbClr val="F97316"/>
                </a:solidFill>
              </a:defRPr>
            </a:pPr>
            <a:r>
              <a:t>2026-08-19  •  https://docs.fastsme.com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A server-rendered, **HTMX-driven document editor** built with — a compact port of the core of (Vue 3 + TipTap upstream → server-rendered Python + SQLite here). **No JavaScript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Write, structure, and share work that stays useful.</a:t>
            </a:r>
          </a:p>
        </p:txBody>
      </p:sp>
      <p:pic>
        <p:nvPicPr>
          <p:cNvPr id="3" name="Picture 2" descr="01-write-structure-and-share-work-that-stays-useful.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COLLABORATIVE DOCUMENTS Write, structure, and share work that stays useful. Create block-based documents with reusable templates, version history, publishing, and AI-assisted drafting. Sign In or Register Explore the open-source suite → Product tour · see the</a:t>
            </a:r>
          </a:p>
          <a:p>
            <a:pPr>
              <a:defRPr sz="900">
                <a:solidFill>
                  <a:srgbClr val="F97316"/>
                </a:solidFill>
              </a:defRPr>
            </a:pPr>
            <a:r>
              <a:t>https://docs.fastsme.com/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FastDocs API.</a:t>
            </a:r>
          </a:p>
        </p:txBody>
      </p:sp>
      <p:pic>
        <p:nvPicPr>
          <p:cNvPr id="3" name="Picture 2" descr="02-build-with-the-fastdocs-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FastDocs Developers Back to product DEVELOPER PLATFORM · API V1 Build with the FastDocs API. Read the live demo database through a typed, versioned API. Selected integration writes are implemented behind bearer-token authentication. Open Swagger UI Open ReDoc</a:t>
            </a:r>
          </a:p>
          <a:p>
            <a:pPr>
              <a:defRPr sz="900">
                <a:solidFill>
                  <a:srgbClr val="F97316"/>
                </a:solidFill>
              </a:defRPr>
            </a:pPr>
            <a:r>
              <a:t>https://docs.fastsme.com/developers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-1356954309%3A1787122686146270&amp;access_type=online&amp;client_id=887059023987-2a7spj1m82eivobdbt1itb3cqca6tpt1.apps.googleusercontent.com&amp;o2v=2&amp;prompt=select_account&amp;redirect_uri=https%3A%2F%2Fdocs.fastsme.com%2Fauth%2Fgoogle%2Fcallback&amp;response_type=code&amp;scope=openid+email+profile&amp;service=lso&amp;state=1-pta_gMgv0LmJWiJVe1uJgMy-0tYWbueJDN5lsfn0E&amp;flowName=GeneralOAuthLite&amp;continue=https%3A%2F%2Faccounts.google.com%2Fsignin%2Foauth%2Flegacy%2Fconsent%3Fauthuser%3Dunknown%26part%3DAJi8hAO6dXL1I7ZDUQY5fRSY_3eRJZdLXoblJKHYFz7acHkQm12LBlZ37d7SAjVscmhQERI-K7K_4WFKVugyAuYTUte0mAIKWF1l4VKd6W5xWodPMoUrz8gSpIZB81wbKEtfcE2_7bD9ipTX-1_2qhaJrlcKvBi9pXyBohA5c25DJYNmi2g4PEeOXr8u0zfV6X2mzZpx_hUQYWrHuAj44TPOk__WgjDW8WVxCvOMf7L17EmfB5pJUNR0VBykwfcAYRF-QcOhaimRXvnAY1HsvPpaAQqp_2TSsVN1Bp6jrHvrffsnd4IcTIvx37-P0qAdUjOA5vCRWc_IiJ9PbMl-w_PULbkhLZl74yhpFxMPF4TbPXxN3hFrQ6hSwsOf7JfOvqiFj9r5FK5FedDQIvZ5iHKtMrDatcazHVLH7CaZxmfAZFp9yL8yDz2_8e-Ro4nR0sSTeSqSFwcqawUwj7sCBMxbo4hvKQTtRA%26flowName%3DGeneralOAuthFlow%26as%3DS-1356954309%253A1787122686146270%26client_id%3D887059023987-2a7spj1m82eivobdbt1itb3cqca6tpt1.apps.googleusercontent.com%23&amp;app_domain=https%3A%2F%2Fdocs.fastsme.com&amp;rart=ANgoxcdfcIlqkIJjQdbzw8wgVLmgaEF4P8PUvE-lxDZircVe739CnBKWV3cNnx3eh88oTA3jg1TZrpw-PkKYIvu7EsGt_Pv5ULZZ-iW4j-8FjAdy0__5Za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